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面接ができる、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最強のPOSレジ。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注文・会計から、打刻・シフト・給料、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アルバイトやキャストの一次面接まで。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お店の、こんなお悩みありませんか？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応募が来すぎて、面接が追いつかない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応募はあるのに、面接の時間がとれず返事が遅れる。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日程調整とドタキャン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電話で日を決めても、当日に来ないことがある。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体入してみたら合わない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夜のお店では、合わない人の体入費がかさむ。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給料の計算に何時間も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タイムカードやバックを、Excelで一人ずつ計算している。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注文の伝えもれ・延長の見落とし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混む時間ほど、厨房への伝えもれや延長の声かけもれが起きる。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レジ・勤怠・給料がバラバラ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アプリがいくつもあって、同じことを何度も入れている。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ポスポスとは：レジと店舗管理に、AI面接がついたPOSレジ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配置図で卓を開いて注文から会計まで。QR注文・厨房の画面・券売機・Square。夜はセット・延長・指名・付け回し・売掛も。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ICカードで打刻。シフトの希望集めから、深夜時給・交通費・前借り、夜はバック・歩合・源泉徴収まで自動で計算。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AI面接（世界初※）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応募者にURLを送るだけで、AIの面接官が一次面接。雰囲気のまとめ・写真・録画・会話がお店に届きます。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パソコン・タブレット・スマホのブラウザで動くので、インストールはいりません。飲食店28種類・夜のお店7種類で使えます。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AI面接：URLを送るだけで、AIが一次面接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230368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interview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0" y="146304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0" y="1719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LINEで送るだけ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職種を選んでURLを作り、LINEで送るだけ。応募者は登録なしでスマホから受けられます。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3227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職種に合わせて質問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ホール・キッチン、キャスト・黒服など職種ごとの質問に加えて、お店の質問も10個まで。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448056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7365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会う前にわかる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03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雰囲気のまとめ・入れる日と時間・気になった点・写真・はじめの1分の録画・会話の全部。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画面は見本です（お店・応募者は架空）。応募者がAIと話す時間は10〜15分。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AI面接で、ここまで減らせます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お店の面接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30秒〜1分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届いたまとめ・録画・会話を見て決めるだけ。対面の面接はいりません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受け終わると、まとめ・入れる日と時間・写真・録画・会話が届きます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応募者がAIと話す時間は10〜15分です。AIは合否を決めません。採用はお店が決めます。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あなたのお店がほしい人か、会う前にわかる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499616"/>
            <a:ext cx="5230368" cy="3675888"/>
          </a:xfrm>
          <a:prstGeom prst="roundRect">
            <a:avLst>
              <a:gd name="adj" fmla="val 248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54480"/>
            <a:ext cx="512064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お店の基準で聞ける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ほしい人の条件に合わせた質問を10個まで足せます。「いつもの質問」に保存すれば毎回そのまま。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全員に同じ質問で、比べやすい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職種の質問のあとに、お店の質問を全部聞きます。面接する人による聞きもれがありません。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答え方と雰囲気まで見える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入れる日と時間・気になった点のまとめ、写真・はじめの1分の録画・会話の全部。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AIは合否を決めません。届いた内容を見て、会うかどうか・採用するかどうかはお店が決めます。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使い方は、5つのステップ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URLを作る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職種を選ぶだけ。URLは1回だけ・14日まで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98064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送る文はアプリが作る。ボタン1つ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824728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AIと面接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応募者がスマホで10〜15分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96912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結果が届く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まとめ・写真・録画・会話が自動で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323576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お店が分ける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合格・二次面接へ・検討・不合格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39496" y="3602736"/>
            <a:ext cx="477316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29" name="Image 0" descr="/tmp/claude-0/-home-user-GACHICAREERAI/b3a26714-2895-56f0-b4c8-705422406677/scratchpad/deck/pos-ai-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4663440" cy="219456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705856" y="3922776"/>
            <a:ext cx="5916168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31" name="Image 1" descr="/tmp/claude-0/-home-user-GACHICAREERAI/b3a26714-2895-56f0-b4c8-705422406677/scratchpad/deck/pos-ai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977640"/>
            <a:ext cx="5806440" cy="11887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分けた結果は応募者には知らせません。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安心して使えるように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録画は同意してから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応募者は、録画されることに同意してから面接を受けます。同意しないと受けられません。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90日で自動で消える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録画・写真・会話は90日で自動で消えます。お店の画面からいつでも消せます。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ほかのお店からは見えない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結果はそのお店の画面だけで見られます。評価は応募者に見せません。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AIは合否を決めない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AIのまとめは参考です。採用するかどうかは、お店の人が会って決めます。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変更の記録・権限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だれが・いつ・何を変えたか（改ざんチェックつき）。アカウントごとの権限。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年齢・本人確認はお店で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夜のお店の年齢・本人確認は、AI面接ではなく必ずお店で身分証を見て行ってください。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昼のお店・夜のお店の主な機能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昼のお店（飲食店）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配置図で卓の受付・注文・会計、分け払い・割り勘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QR注文（写真つきメニュー・飲み放題の残り時間）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厨房の画面（料理／ドリンクの持ち場）・券売機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お持ち帰りの軽減税率・深夜料金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ポイント・会員証（名前を聞かずに）・クーポン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打刻・シフト・給料（深夜時給・交通費・前借り）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セット料金・延長（もうすぐ終わる卓を赤で）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本指名・場内指名・同伴、付け回し・タイムテーブル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バック・売上や指名で変わる時給・歩合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売掛（ツケ）・ボトルキープ・顧客カルテ・来客予定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源泉徴収（ホステス等の報酬）・送りの手当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キャストモード（給料・成績・確定申告の案内）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厨房の画面・QR注文・券売機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510528" cy="3006361"/>
          </a:xfrm>
          <a:prstGeom prst="roundRect">
            <a:avLst>
              <a:gd name="adj" fmla="val 3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kitc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400800" cy="28966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46304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286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注文が卓ごとにまとまり、作り始める→できた。料理／ドリンクの持ち場を分けられ、大きな音・自動印刷も。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60920" y="301752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8404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お客さまのスマホや卓のタブレットから、写真つきメニューで注文。飲み放題の残り時間・店員の呼び出しも。ログインなし。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60920" y="457200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4828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券売機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394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お店の端末を券売機に。お金を入れてメニューを選び、食券を印刷できます。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709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注文の伝えもれ・聞きまちがいを減らし、ホールは配膳と接客に集中できます。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対応しているお店（飲食店28種類・夜のお店7種類）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和食レストラン・寿司・そば・うどん・定食・食堂・丼もの・牛丼・とんかつ・揚げ物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居酒屋・焼き鳥・お酒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9312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居酒屋・焼き鳥・バー・バル（キャストなし）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5664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肉・鉄板・鍋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焼肉・ステーキ・鉄板焼き・お好み焼き・もんじゃ・しゃぶしゃぶ・鍋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72016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麺・中華・アジア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272016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ラーメン・つけ麺・中華料理・韓国料理・カレー・インド料理・エスニック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洋食レストラン・イタリアン・フレンチ・ビストロ・ハンバーガー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カフェ・パン・スイーツ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3639312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カフェ・パン屋・ベーカリー・ケーキ・スイーツ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テイクアウト・食べ放題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お弁当・テイクアウト・キッチンカー・ビュッフェ・食べ放題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72016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9272016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ホストクラブ・キャバクラ・ガールズバー・ボーイズバー・コンセプトカフェ・スナック・ラウンジ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このほかの飲食店も、お気軽にご相談ください。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料金プラン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 昼33,000円／夜40,000円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グループ店・年間契約・導入の流れ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1年契約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2316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2年契約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3年契約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5か月分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8328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年間契約（前払い）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自動では更新しません（終わる1か月前にお知らせ）。途中でやめても、残りの期間のお金はお返しできません。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5店舗まで。料金は1店舗ごと（足した日からの日割り）。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146304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572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電話・フォーム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0" y="256032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29400" y="2788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670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1か月無料でお試し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035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カード登録なしなら勝手に請求されません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0" y="365760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388620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登録・設定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0" y="475488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29400" y="498348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69480" y="48646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本番スタート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26948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AI面接のURLもすぐ送れます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まずは無料で、1か月。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お電話かフォームから。お店の種類と店舗数を教えてください。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無料でお試し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1か月無料。カードを登録しなければ請求されません。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AI面接を体験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最初の応募者に、AI面接のURLを送ってみてください。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サービス資料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2026-10-25T08:49:33Z</dcterms:created>
  <dcterms:modified xsi:type="dcterms:W3CDTF">2026-10-25T08:49:33Z</dcterms:modified>
</cp:coreProperties>
</file>