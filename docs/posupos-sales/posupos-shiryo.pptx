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ckup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172200"/>
            <a:ext cx="1527048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GACHICAREERAI/b3a26714-2895-56f0-b4c8-705422406677/scratchpad/deck/posupos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6263640"/>
            <a:ext cx="1353312" cy="365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go-full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371600"/>
            <a:ext cx="3566160" cy="32552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10972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1097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世界初※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240280" y="1097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面接を自動化した、POSシステム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面接ができる、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最強のPOSレジ。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886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注文・会計から、打刻・シフト・給料、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アルバイトやキャストの一次面接まで。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83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サービス資料　2026年10月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62179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お店の、こんなお悩みありませんか？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応募が来すぎて、面接が追いつかない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応募はあるのに、面接の時間がとれず返事が遅れる。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2816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248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日程調整とドタキャン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電話で日を決めても、当日に来ないことがある。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0768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体入してみたら合わない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夜のお店では、合わない人の体入費がかさむ。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給料の計算に何時間も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タイムカードやバックを、Excelで一人ずつ計算している。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2816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0248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注文の伝えもれ・延長の見落とし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60248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混む時間ほど、厨房への伝えもれや延長の声かけもれが起きる。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0768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200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レジ・勤怠・給料がバラバラ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アプリがいくつもあって、同じことを何度も入れている。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ポスポスとは：レジと店舗管理に、AI面接がついたPOSレジ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レジ・注文・会計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02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配置図で卓を開いて注文から会計まで。QR注文・厨房の画面・券売機・Square。夜はセット・延長・指名・付け回し・売掛も。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8160" y="1508760"/>
            <a:ext cx="3505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0248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0248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9684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02480" y="2331720"/>
            <a:ext cx="3002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ICカードで打刻。シフトの希望集めから、深夜時給・交通費・前借り、夜はバック・歩合・源泉徴収まで自動で計算。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07680" y="1508760"/>
            <a:ext cx="3505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8200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200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7636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AI面接（世界初※）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2331720"/>
            <a:ext cx="3002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応募者にURLを送るだけで、AIの面接官が一次面接。雰囲気のまとめ・写真・録画・会話がお店に届きます。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パソコン・タブレット・スマホのブラウザで動くので、インストールはいりません。飲食店28種類・夜のお店7種類で使えます。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AI面接：URLを送るだけで、AIが一次面接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5230368" cy="4315968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interview-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12064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72200" y="1463040"/>
            <a:ext cx="544068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46520" y="17190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LINEで送るだけ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職種を選んでURLを作り、LINEで送るだけ。応募者は登録なしでスマホから受けられます。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72200" y="2971800"/>
            <a:ext cx="544068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3227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職種に合わせて質問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3794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ホール・キッチン、キャスト・黒服など職種ごとの質問に加えて、お店の質問も10個まで。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4480560"/>
            <a:ext cx="544068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47365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会う前にわかる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303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雰囲気のまとめ・入れる日と時間・気になった点・写真・はじめの1分の録画・会話の全部。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画面は見本です（お店・応募者は架空）。応募者がAIと話す時間は10〜15分。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AI面接で、ここまで減らせます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お店の面接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30秒〜1分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届いたまとめ・録画・会話を見て決めるだけ。対面の面接はいりません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98064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6664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26664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1秒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3026664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ボタンを押すとLINEが開き、送る文もアプリが作ります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47488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76088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6088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自動で届く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受け終わると、まとめ・入れる日と時間・写真・録画・会話が届きます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96912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いらない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面接の日を決めるやりとりがなくなります。応募者もお店に来なくてOK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546336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74936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4936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節約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9774936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体入の前に会う人をしぼれるので、合わない人の体入費が減ります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応募者がAIと話す時間は10〜15分です。AIは合否を決めません。採用はお店が決めます。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あなたのお店がほしい人か、会う前にわかる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91656" y="1499616"/>
            <a:ext cx="5230368" cy="3675888"/>
          </a:xfrm>
          <a:prstGeom prst="roundRect">
            <a:avLst>
              <a:gd name="adj" fmla="val 248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result-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554480"/>
            <a:ext cx="512064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71907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お店の基準で聞ける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ほしい人の条件に合わせた質問を10個まで足せます。「いつもの質問」に保存すれば毎回そのまま。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2278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全員に同じ質問で、比べやすい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947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職種の質問のあとに、お店の質問を全部聞きます。面接する人による聞きもれがありません。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48056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7365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答え方と雰囲気まで見える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53035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入れる日と時間・気になった点のまとめ、写真・はじめの1分の録画・会話の全部。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AIは合否を決めません。届いた内容を見て、会うかどうか・採用するかどうかはお店が決めます。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使い方は、5つのステップ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URLを作る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職種を選ぶだけ。URLは1回だけ・14日まで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98064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6664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26664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75304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LINEで送る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026664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送る文はアプリが作る。ボタン1つ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47488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76088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608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824728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AIと面接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応募者がスマホで10〜15分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296912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074152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結果が届く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まとめ・写真・録画・会話が自動で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46336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74936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4936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323576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お店が分ける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774936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合格・二次面接へ・検討・不合格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39496" y="3602736"/>
            <a:ext cx="4773168" cy="2304288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29" name="Image 0" descr="/tmp/claude-0/-home-user-GACHICAREERAI/b3a26714-2895-56f0-b4c8-705422406677/scratchpad/deck/pos-ai-ur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0"/>
            <a:ext cx="4663440" cy="219456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5705856" y="3922776"/>
            <a:ext cx="5916168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31" name="Image 1" descr="/tmp/claude-0/-home-user-GACHICAREERAI/b3a26714-2895-56f0-b4c8-705422406677/scratchpad/deck/pos-ai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977640"/>
            <a:ext cx="5806440" cy="118872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分けた結果は応募者には知らせません。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安心して使えるように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録画は同意してから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応募者は、録画されることに同意してから面接を受けます。同意しないと受けられません。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2816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248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90日で自動で消える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録画・写真・会話は90日で自動で消えます。お店の画面からいつでも消せます。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0768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ほかのお店からは見えない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結果はそのお店の画面だけで見られます。評価は応募者に見せません。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AIは合否を決めない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AIのまとめは参考です。採用するかどうかは、お店の人が会って決めます。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2816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0248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変更の記録・権限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60248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だれが・いつ・何を変えたか（改ざんチェックつき）。アカウントごとの権限。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0768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200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年齢・本人確認はお店で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夜のお店の年齢・本人確認は、AI面接ではなく必ずお店で身分証を見て行ってください。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昼のお店・夜のお店の主な機能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3061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3061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昼のお店（飲食店）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A2F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配置図で卓の受付・注文・会計、分け払い・割り勘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QR注文（写真つきメニュー・飲み放題の残り時間）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厨房の画面（料理／ドリンクの持ち場）・券売機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お持ち帰りの軽減税率・深夜料金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ポイント・会員証（名前を聞かずに）・クーポン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打刻・シフト・給料（深夜時給・交通費・前借り）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286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セット料金・延長（もうすぐ終わる卓を赤で）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本指名・場内指名・同伴、付け回し・タイムテーブル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バック・売上や指名で変わる時給・歩合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売掛（ツケ）・ボトルキープ・顧客カルテ・来客予定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源泉徴収（ホステス等の報酬）・送りの手当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キャストモード（給料・成績・確定申告の案内）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対応しているお店（飲食店28種類・夜のお店7種類）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和食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和食レストラン・寿司・そば・うどん・定食・食堂・丼もの・牛丼・とんかつ・揚げ物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39312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居酒屋・焼き鳥・お酒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3639312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居酒屋・焼き鳥・バー・バル（キャストなし）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5664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肉・鉄板・鍋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55664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焼肉・ステーキ・鉄板焼き・お好み焼き・もんじゃ・しゃぶしゃぶ・鍋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72016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麺・中華・アジア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272016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ラーメン・つけ麺・中華料理・韓国料理・カレー・インド料理・エスニック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洋食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洋食レストラン・イタリアン・フレンチ・ビストロ・ハンバーガー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64992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39312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カフェ・パン・スイーツ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3639312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カフェ・パン屋・ベーカリー・ケーキ・スイーツ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テイクアウト・食べ放題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6455664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お弁当・テイクアウト・キッチンカー・ビュッフェ・食べ放題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97696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72016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9272016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ホストクラブ・キャバクラ・ガールズバー・ボーイズバー・コンセプトカフェ・スナック・ラウンジ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このほかの飲食店も、お気軽にご相談ください。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料金プラン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ライトプラン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お会計と売上を、まず楽に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 </a:t>
            </a:r>
            <a:pPr indent="0" marL="0">
              <a:buNone/>
            </a:pPr>
            <a:r>
              <a:rPr lang="en-US" sz="2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11,000円</a:t>
            </a:r>
            <a:pPr indent="0" marL="0">
              <a:buNone/>
            </a:pPr>
            <a:r>
              <a:rPr lang="en-US" sz="11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（税込）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注文・会計・伝票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QR注文・厨房の画面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ポイント・会員証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Square・レシート印刷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31750">
            <a:solidFill>
              <a:srgbClr val="1557D6"/>
            </a:solidFill>
            <a:prstDash val="solid"/>
          </a:ln>
          <a:effectLst>
            <a:outerShdw sx="100000" sy="100000" kx="0" ky="0" algn="bl" rotWithShape="0" blurRad="152400" dist="50800" dir="5400000">
              <a:srgbClr val="1557D6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234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9432" y="1234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キャンペーン価格・おすすめ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スタンダードプラン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お店の運営を、まるごと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月額（税込）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7432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 22,000円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 33,000円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3429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 昼33,000円／夜40,000円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ライトの機能すべて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顧客・クーポン・お金・日報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01584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75904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個別プラン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お店のやり方に合わせて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75904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 </a:t>
            </a:r>
            <a:pPr indent="0" marL="0">
              <a:buNone/>
            </a:pPr>
            <a:r>
              <a:rPr lang="en-US" sz="2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55,000円〜</a:t>
            </a:r>
            <a:pPr indent="0" marL="0">
              <a:buNone/>
            </a:pPr>
            <a:r>
              <a:rPr lang="en-US" sz="11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（税込）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ライト＋スタンダードの機能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お店独自の給料の計算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データの取り込み・帳票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料金は1店舗ごと・初期費用0円・1か月無料。キャンペーン期間中のお申し込みは、契約が続くかぎりキャンペーン価格のまま（予告なく終了する場合があります）。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グループ店・年間契約・導入の流れ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691640" cy="1645920"/>
          </a:xfrm>
          <a:prstGeom prst="roundRect">
            <a:avLst>
              <a:gd name="adj" fmla="val 8333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1年契約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26B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1か月分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おトク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23160" y="1508760"/>
            <a:ext cx="1691640" cy="1645920"/>
          </a:xfrm>
          <a:prstGeom prst="roundRect">
            <a:avLst>
              <a:gd name="adj" fmla="val 8333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2年契約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011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26B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3か月分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おトク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508760"/>
            <a:ext cx="1691640" cy="1645920"/>
          </a:xfrm>
          <a:prstGeom prst="roundRect">
            <a:avLst>
              <a:gd name="adj" fmla="val 8333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3年契約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011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26B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5か月分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おトク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38328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年間契約（前払い）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自動では更新しません（終わる1か月前にお知らせ）。途中でやめても、残りの期間のお金はお返しできません。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グループ店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5店舗まで。料金は1店舗ごと（足した日からの日割り）。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0" y="146304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9400" y="169164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29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1572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19385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電話・フォーム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0" y="256032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29400" y="2788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294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26700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1か月無料でお試し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30358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カード登録なしなら勝手に請求されません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0" y="365760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29400" y="388620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269480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登録・設定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269480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ホームページからのお申し込みは登録代行が無料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0" y="475488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29400" y="498348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2940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269480" y="48646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本番スタート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269480" y="5230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AI面接のURLもすぐ送れます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まずは無料で、1か月。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お電話かフォームから。お店の種類と店舗数を教えてください。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無料でお試し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1か月無料。カードを登録しなければ請求されません。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AI面接を体験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最初の応募者に、AI面接のURLを送ってみてください。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106984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お問い合わせ・無料お試しのお申し込み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TEL 080-2420-4900（年中無休・24時間受付）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4864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akitogroup.jp/posupos　／　info@akitogroup.jp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合同会社AKITOグループ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東京都豊島区東池袋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SPOS">
  <a:themeElements>
    <a:clrScheme name="POSPOS">
      <a:dk1>
        <a:srgbClr val="13234A"/>
      </a:dk1>
      <a:lt1>
        <a:srgbClr val="FFFFFF"/>
      </a:lt1>
      <a:dk2>
        <a:srgbClr val="0E1F4D"/>
      </a:dk2>
      <a:lt2>
        <a:srgbClr val="F2F6FD"/>
      </a:lt2>
      <a:accent1>
        <a:srgbClr val="1557D6"/>
      </a:accent1>
      <a:accent2>
        <a:srgbClr val="FFB547"/>
      </a:accent2>
      <a:accent3>
        <a:srgbClr val="E5484D"/>
      </a:accent3>
      <a:accent4>
        <a:srgbClr val="22A06B"/>
      </a:accent4>
      <a:accent5>
        <a:srgbClr val="288DFD"/>
      </a:accent5>
      <a:accent6>
        <a:srgbClr val="7A3FB0"/>
      </a:accent6>
      <a:hlink>
        <a:srgbClr val="1557D6"/>
      </a:hlink>
      <a:folHlink>
        <a:srgbClr val="7A3FB0"/>
      </a:folHlink>
    </a:clrScheme>
    <a:fontScheme name="POSPO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合同会社AKITOグループ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ポスポス サービス資料</dc:title>
  <dc:subject>PptxGenJS Presentation</dc:subject>
  <dc:creator>合同会社AKITOグループ</dc:creator>
  <cp:lastModifiedBy>合同会社AKITOグループ</cp:lastModifiedBy>
  <cp:revision>1</cp:revision>
  <dcterms:created xsi:type="dcterms:W3CDTF">2026-10-25T08:31:54Z</dcterms:created>
  <dcterms:modified xsi:type="dcterms:W3CDTF">2026-10-25T08:31:54Z</dcterms:modified>
</cp:coreProperties>
</file>