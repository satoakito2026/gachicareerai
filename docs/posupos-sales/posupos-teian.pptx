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あいさつ。今日は「採用にかかっている時間とお金」と、それをレジと一緒に減らす方法のお話です。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問いかけ。「先月、応募は何人ありましたか？」「1人の面接に、準備も入れて何分くらいかかっていますか？」と聞いて、相手の数字を書きとめる。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さっき聞いた相手の数字で計算しなおして見せると効く。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ここで実際の画面を見せる（デモ）。可能なら、その場で面接のURLを作ってLINEで送ってみせる。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クロージング。「まず1か月、次の応募者にURLを送ってみませんか？」と提案する。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ACHICAREERAI/b3a26714-2895-56f0-b4c8-705422406677/scratchpad/deck/posupos-lockup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172200"/>
            <a:ext cx="1527048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pic>
        <p:nvPicPr>
          <p:cNvPr id="3" name="Image 0" descr="/tmp/claude-0/-home-user-GACHICAREERAI/b3a26714-2895-56f0-b4c8-705422406677/scratchpad/deck/posupos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6263640"/>
            <a:ext cx="1353312" cy="365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ACHICAREERAI/b3a26714-2895-56f0-b4c8-705422406677/scratchpad/deck/posupos-logo-full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371600"/>
            <a:ext cx="3566160" cy="32552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10972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31520" y="1097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世界初※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2240280" y="10972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面接を自動化した、POSシステム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28800"/>
            <a:ext cx="7132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面接の時間を、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お店の時間に。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886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応募が来たらURLを送るだけ。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AIが一次面接をして、お店は1分の録画を見るだけ。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9834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ご提案資料　2026年10月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62179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世界初：2026年10月 当社調べ。POSレジに、AIによる応募者の一次面接の機能を標準でつけたサービスとして。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店長の時間、面接に何時間使っていますか？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474720" cy="30175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電話で日程調整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00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営業中に折り返し、空いている日を何度もやりとり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474720" cy="30175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72000" y="1874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対面で30分の面接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200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ピークの合間に手を止めて、毎回同じ質問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645920"/>
            <a:ext cx="3474720" cy="30175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21040" y="1874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来ない・合わない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00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ドタキャンの待ちぼうけ、体入してから合わないと気づく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この時間は、売上を作る時間でも、スタッフを育てる時間でもありません。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たとえば、月に応募が10人のお店では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6400800" cy="731520"/>
          </a:xfrm>
          <a:prstGeom prst="roundRect">
            <a:avLst>
              <a:gd name="adj" fmla="val 1875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日程調整（1人15分）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6002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150分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6400800" cy="731520"/>
          </a:xfrm>
          <a:prstGeom prst="roundRect">
            <a:avLst>
              <a:gd name="adj" fmla="val 1875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68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対面の面接（1人30分）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468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300分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6400800" cy="731520"/>
          </a:xfrm>
          <a:prstGeom prst="roundRect">
            <a:avLst>
              <a:gd name="adj" fmla="val 1875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3375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ドタキャンで空けた時間（3人×30分）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337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90分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6400800" cy="914400"/>
          </a:xfrm>
          <a:prstGeom prst="roundRect">
            <a:avLst>
              <a:gd name="adj" fmla="val 15000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2976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1か月に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4297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約9時間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7406640" y="1600200"/>
            <a:ext cx="4206240" cy="3611880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72668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ポスポスなら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37744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URLを送る：1人1秒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お店が見る録画：1人1分ほど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日程調整・待ちぼうけ：なし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41148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月10分ほど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説明のための架空の例です（応募10人・ドタキャン3人の場合）。応募者が答える時間（選ぶ1分＋話す1分ほど）は、お店の時間には入りません。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夜のお店なら、体入費のむだも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6400800" cy="777240"/>
          </a:xfrm>
          <a:prstGeom prst="roundRect">
            <a:avLst>
              <a:gd name="adj" fmla="val 1764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体入の時給 3,000円 × 4時間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1645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12,000円／人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6400800" cy="777240"/>
          </a:xfrm>
          <a:prstGeom prst="roundRect">
            <a:avLst>
              <a:gd name="adj" fmla="val 1764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5603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合わなかった体入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25603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月に5人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6400800" cy="1097280"/>
          </a:xfrm>
          <a:prstGeom prst="roundRect">
            <a:avLst>
              <a:gd name="adj" fmla="val 12500"/>
            </a:avLst>
          </a:prstGeom>
          <a:solidFill>
            <a:srgbClr val="3A1F6B"/>
          </a:solidFill>
          <a:ln w="12700">
            <a:solidFill>
              <a:srgbClr val="3A1F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576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1か月に出ていく体入費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6576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60,000円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7406640" y="1645920"/>
            <a:ext cx="4206240" cy="310896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26680" y="1874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FA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体入の前にAI面接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2423160"/>
            <a:ext cx="3611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出勤できる日・時間をボタンで、話している姿を1分の録画で、体入の前に確認。体入してもらう人をしぼれるので、合わない人の体入費が減ります。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説明のための架空の例です。体入の条件はお店ごとに違います。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解決：ポスポスのAI面接（世界初※）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0936" y="1545336"/>
            <a:ext cx="2487168" cy="3749040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pos-ai-cho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2377440" cy="36393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36976" y="1545336"/>
            <a:ext cx="2377440" cy="37490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pos-ai-talk-n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600200"/>
            <a:ext cx="2267712" cy="363931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843016" y="1773936"/>
            <a:ext cx="5779008" cy="3502152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8" name="Image 2" descr="/tmp/claude-0/-home-user-GACHICAREERAI/b3a26714-2895-56f0-b4c8-705422406677/scratchpad/deck/pos-ai-result-n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828800"/>
            <a:ext cx="5669280" cy="339242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85800" y="53949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 → 話す → 届く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画面は見本です（お店・応募者は架空）。※ 世界初：2026年10月 当社調べ。POSレジに、AIによる応募者の一次面接の機能を標準でつけたサービスとして。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お店の手間は、ここまで減ります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お店が見るのは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1分の録画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届いた録画と選んだ答えを見て決めるだけ。対面の面接はいりません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98064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26664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26664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URLを送る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1秒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3026664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ボタンを押すとLINEが開き、送る文もアプリが作ります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47488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76088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76088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230368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自動で届く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276088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受け終わると、録画・写真・選んだ答えの一覧・話し方の雰囲気のまとめが届きます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96912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5512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25512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479792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いらない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525512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面接の日を決めるやりとりがなくなります。応募者もお店に来なくてOK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546336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74936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74936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729216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節約</a:t>
            </a:r>
            <a:endParaRPr lang="en-US" sz="3200" dirty="0"/>
          </a:p>
        </p:txBody>
      </p:sp>
      <p:sp>
        <p:nvSpPr>
          <p:cNvPr id="27" name="Text 25"/>
          <p:cNvSpPr txBox="1"/>
          <p:nvPr/>
        </p:nvSpPr>
        <p:spPr>
          <a:xfrm>
            <a:off x="9774936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体入の前に会う人をしぼれるので、合わない人の体入費が減ります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応募者は、ボタンで選ぶのに1分ほど・AIと話すのが1分ほど。AIは合否を決めません。採用はお店が決めます。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いまのやり方と、ポスポス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931920"/>
                <a:gridCol w="45720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いまのやり方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ポスポス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7D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応募への返事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営業のあとに折り返し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URLを1秒で送る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面接の日程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電話で何度もやりとり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いらない（応募者の都合で受ける）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一次面接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対面で30分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選ぶ質問＋1分の録画。お店は見るだけ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ドタキャン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待ちぼうけ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受けた人の結果だけ届く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3234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比べ方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8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面接する人でばらつく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57D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全員同じボタンの答えと録画で比べる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しかも、お店がほしい人か会う前にわかる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91656" y="1682496"/>
            <a:ext cx="5230368" cy="3172968"/>
          </a:xfrm>
          <a:prstGeom prst="roundRect">
            <a:avLst>
              <a:gd name="adj" fmla="val 2882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pos-ai-result-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737360"/>
            <a:ext cx="512064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71907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条件が一覧でわかる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出勤日数・曜日・時間帯・勤務開始・通勤・経験を、全員が同じボタンで答えます。選んだ答えが一覧で届きます。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297180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322783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お店の質問も聞ける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7947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お店から聞きたいことを3つまで。AIの面接官が会話の中で聞きます。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48056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473659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話している姿が見える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53035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自己紹介とやってみたい理由を話す姿の録画と顔の写真。雰囲気・話し方・表情がわかります。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4937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画面は見本です（お店・応募者は架空）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AIは合否を決めません。見た目についてもAIは何も言いません。録画と写真を見て、お店が決めます。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そして、レジ・給料・シフトもひとつに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05200" cy="237744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注文・会計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0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QR注文・厨房の画面・券売機・Square。夜はセット・延長・指名・付け回し・売掛まで。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8160" y="1508760"/>
            <a:ext cx="3505200" cy="237744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0248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0248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9684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02480" y="2331720"/>
            <a:ext cx="300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ICカードで打刻。深夜時給・交通費・前借り、夜はバック・歩合・源泉徴収まで自動で計算。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07680" y="1508760"/>
            <a:ext cx="3505200" cy="237744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8200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8200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7636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お金・日報・顧客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82000" y="2331720"/>
            <a:ext cx="300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利益・原価率・日報、顧客カルテ・ポイント・ボトル。会計ソフト用のCSVにも。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297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採用から給料まで、同じアプリで。いくつものアプリに同じことを入れる手間もなくなります。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注文から会計まで（昼のお店）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5687568" cy="4146572"/>
          </a:xfrm>
          <a:prstGeom prst="roundRect">
            <a:avLst>
              <a:gd name="adj" fmla="val 220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fl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577840" cy="403684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37960" y="1463040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766560" y="169164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406640" y="1554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卓を開く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19202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配置図で卓を選んで人数を入れる。1階／2階のタブも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537960" y="2542032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766560" y="277063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0" y="2770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0" y="26334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299923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オプション・飲み放題／食べ放題・折半。注文は厨房の画面へ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537960" y="3621024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766560" y="3849624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66560" y="3849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06640" y="371246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0" y="4078224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分け払い・分けて会計・ポイント／クーポン・Square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37960" y="4700016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66560" y="4928616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66560" y="4928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406640" y="479145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レシート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406640" y="5157216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明細・レシート・領収書を印刷。会員番号のQRつき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お会計でできること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4590288" cy="4259008"/>
          </a:xfrm>
          <a:prstGeom prst="roundRect">
            <a:avLst>
              <a:gd name="adj" fmla="val 214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check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4480560" cy="4149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0" y="146304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0" y="17190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分けて払う・分けて会計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現金＋カードなど払い方を分けたり、1つの卓を分けて会計したり。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41080" y="146304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15400" y="17190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消費税・軽減税率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91540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店内／お持ち帰りを選んで、お持ち帰りは軽減税率で計算。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0" y="297180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60720" y="3227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深夜料金・サービス料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760720" y="3794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22時からの注文に10%など。夜はサービス料も会計でそのまま。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641080" y="297180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915400" y="3227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ポイント・クーポン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794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会員証のQRでポイント。円引き・％引き・期間・回数のクーポン。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0" y="448056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60720" y="47365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Square・売掛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760720" y="5303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カード・交通系IC・QR決済はSquareで。夜は売掛（ツケ）も。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641080" y="448056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15400" y="47365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伝票の直しは理由つき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15400" y="5303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直す・消すときは理由が必須。あとから見られます。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夜のお店：伝票・延長・指名・付け回し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3858768" cy="2962811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l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3749040" cy="285308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17136" y="1453896"/>
            <a:ext cx="3355848" cy="3152278"/>
          </a:xfrm>
          <a:prstGeom prst="roundRect">
            <a:avLst>
              <a:gd name="adj" fmla="val 2901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tsukemawash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508760"/>
            <a:ext cx="3246120" cy="304255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138160" y="1463040"/>
            <a:ext cx="34747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ホール・延長：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卓ごとに人数・残り時間・合計。もうすぐ終わる卓は赤、自動延長も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指名・同伴：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本指名・場内指名・同伴を記録。リクエストの売上は指名した子へ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付け回し：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卓→キャスト→付け方→何分を選ぶだけ。キャストのスマホに「今の席・あと何分」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伝票の内わけ：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お店・キャスト・利益の内わけ。直したときは理由つきで記録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売掛・ボトル：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ツケの一覧と回収、ボトルキープの残り・期限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打刻・シフト・給料を自動で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6876288" cy="2261053"/>
          </a:xfrm>
          <a:prstGeom prst="roundRect">
            <a:avLst>
              <a:gd name="adj" fmla="val 40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al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6766560" cy="21513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9496" y="3877056"/>
            <a:ext cx="2726478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b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931920"/>
            <a:ext cx="2616750" cy="1920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80960" y="146304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ICカード（Suicaなど）でタッチ。打刻の直し・修正申請の承認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シフト：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スタッフがスマホで希望を出す。締め切り・決めたシフト・臨時休業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給料：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日払い・週払い・月払い。時給・手当・控除、深夜時給・交通費・前借りの差し引き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商品ごとのバック、売上や指名で変わる時給・歩合、送りの手当、源泉徴収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決めたあとも安心：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決めたあとに打刻や伝票を直すと「決めた後に変更あり」とお知らせ。Excel出力も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お金・日報・在庫・顧客もひとつに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472184" y="1408176"/>
            <a:ext cx="9253728" cy="2942380"/>
          </a:xfrm>
          <a:prstGeom prst="roundRect">
            <a:avLst>
              <a:gd name="adj" fmla="val 310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7048" y="1463040"/>
            <a:ext cx="9144000" cy="28326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お金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利益（売上−手数料−人件費−仕入れ−経費）・原価率・レジの現金・明細。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36042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3474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日報・月報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3474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売上・客数・客単価・支払い方法ごと・人件費・よく出た商品。印刷も。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7220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出数・在庫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よく出たメニュー、在庫・入荷・原価。氷・おしぼりなども。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98398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5830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顧客・会計ソフトへ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25830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顧客カルテ・来店の記録。freee・マネーフォワード・弥生用のCSV。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スタッフ・キャストは自分のスマホで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68096" y="1408176"/>
            <a:ext cx="2304288" cy="4375953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taff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2194560" cy="42662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328416" y="1408176"/>
            <a:ext cx="2304288" cy="4375953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cast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463040"/>
            <a:ext cx="2194560" cy="426622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217920" y="146304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92240" y="171907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シフト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6492240" y="228600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希望を出す・決まったシフトを見る。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9029700" y="146304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304020" y="171907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給料・明細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9304020" y="228600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いくらもらえるか、日別の明細。前借りも。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356616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92240" y="382219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チャット・通知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438912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1対1・グループ・お知らせ。写真・既読。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9029700" y="356616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304020" y="382219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夜は成績・お客さま</a:t>
            </a:r>
            <a:endParaRPr lang="en-US" sz="1550" dirty="0"/>
          </a:p>
        </p:txBody>
      </p:sp>
      <p:sp>
        <p:nvSpPr>
          <p:cNvPr id="18" name="Text 14"/>
          <p:cNvSpPr txBox="1"/>
          <p:nvPr/>
        </p:nvSpPr>
        <p:spPr>
          <a:xfrm>
            <a:off x="9304020" y="438912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成績・ランキング、自分のお客さま、来客予定、確定申告の案内。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6217920" y="548640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「給料いくら？」「シフトどうなった？」の問い合わせが減ります。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AI面接は、スタンダードの料金にふくまれています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ライトプラン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お会計と売上を、まず楽に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料金：お見積もり（1店舗ごと）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3756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注文・会計・伝票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QR注文・厨房の画面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ポイント・会員証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Square・レシート印刷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5112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31750">
            <a:solidFill>
              <a:srgbClr val="1557D6"/>
            </a:solidFill>
            <a:prstDash val="solid"/>
          </a:ln>
          <a:effectLst>
            <a:outerShdw sx="100000" sy="100000" kx="0" ky="0" algn="bl" rotWithShape="0" blurRad="152400" dist="50800" dir="5400000">
              <a:srgbClr val="1557D6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12344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9432" y="12344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おすすめ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スタンダードプラン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お店の運営を、まるごと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6517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料金：お見積もり（1店舗ごと）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333756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ライトの機能すべて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顧客・クーポン・お金・日報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AI面接（追加料金なし）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75904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個別プラン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375904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お店のやり方に合わせて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26517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料金：お見積もり（1店舗ごと）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75904" y="333756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ライト＋スタンダードの機能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お店独自の給料の計算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データの取り込み・帳票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AI面接（追加料金なし）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料金は1店舗ごとに、お店に合わせてお見積もりします。0円から始められます（※ プランによって、最初の1か月を無料でお試しいただけます）。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はじめやすい理由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39496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76479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0円から始められる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プランによって、最初の1か月は無料。カードを登録しなければ、お試しのあと勝手に請求されることはありません。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17920" y="1508760"/>
            <a:ext cx="539496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92240" y="176479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今のレジと並行して使える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317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入れかえずに、くらべてから決められます。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39496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400507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AI面接は追加料金なし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57200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スタンダードプランなら、次の応募からすぐAI面接を使えます。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3749040"/>
            <a:ext cx="5394960" cy="1965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92240" y="400507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グループ店も何店舗でも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57200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料金は1店舗ごと。お店を足すのもかんたんです。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まず1か月、次の応募者にURLを送ってみませんか？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今日、お申し込み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お電話かフォームから。お店の種類と店舗数だけでOK。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料金はお見積もり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お店の種類と店舗数から、料金をご案内します。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210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次の応募でAI面接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URLを1秒で送って、届いた結果を見てみてください。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106984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4663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お問い合わせ・無料お試しのお申し込み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0749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TEL 080-2420-4900（年中無休・24時間受付）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4864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akitogroup.jp/posupos　／　info@akitogroup.jp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合同会社AKITOグループ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東京都豊島区東池袋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SPOS">
  <a:themeElements>
    <a:clrScheme name="POSPOS">
      <a:dk1>
        <a:srgbClr val="13234A"/>
      </a:dk1>
      <a:lt1>
        <a:srgbClr val="FFFFFF"/>
      </a:lt1>
      <a:dk2>
        <a:srgbClr val="0E1F4D"/>
      </a:dk2>
      <a:lt2>
        <a:srgbClr val="F2F6FD"/>
      </a:lt2>
      <a:accent1>
        <a:srgbClr val="1557D6"/>
      </a:accent1>
      <a:accent2>
        <a:srgbClr val="FFB547"/>
      </a:accent2>
      <a:accent3>
        <a:srgbClr val="E5484D"/>
      </a:accent3>
      <a:accent4>
        <a:srgbClr val="22A06B"/>
      </a:accent4>
      <a:accent5>
        <a:srgbClr val="288DFD"/>
      </a:accent5>
      <a:accent6>
        <a:srgbClr val="7A3FB0"/>
      </a:accent6>
      <a:hlink>
        <a:srgbClr val="1557D6"/>
      </a:hlink>
      <a:folHlink>
        <a:srgbClr val="7A3FB0"/>
      </a:folHlink>
    </a:clrScheme>
    <a:fontScheme name="POSPOS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合同会社AKITOグループ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ポスポス ご提案資料</dc:title>
  <dc:subject>PptxGenJS Presentation</dc:subject>
  <dc:creator>合同会社AKITOグループ</dc:creator>
  <cp:lastModifiedBy>合同会社AKITOグループ</cp:lastModifiedBy>
  <cp:revision>1</cp:revision>
  <dcterms:created xsi:type="dcterms:W3CDTF">2026-10-30T05:35:15Z</dcterms:created>
  <dcterms:modified xsi:type="dcterms:W3CDTF">2026-10-30T05:35:15Z</dcterms:modified>
</cp:coreProperties>
</file>