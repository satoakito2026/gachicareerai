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あいさつ。今日は「採用にかかっている時間とお金」と、それをレジと一緒に減らす方法のお話です。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問いかけ。「先月、応募は何人ありましたか？」「1人の面接に、準備も入れて何分くらいかかっていますか？」と聞いて、相手の数字を書きとめる。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さっき聞いた相手の数字で計算しなおして見せると効く。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ここで実際の画面を見せる（デモ）。可能なら、その場で面接のURLを作ってLINEで送ってみせる。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クロージング。「まず1か月、次の応募者にURLを送ってみませんか？」と提案する。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面接の時間を、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お店の時間に。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応募が来たらURLを送るだけ。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AIが一次面接をして、お店は1分の録画を見るだけ。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店長の時間、面接に何時間使っていますか？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電話で日程調整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営業中に折り返し、空いている日を何度もやりとり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対面で30分の面接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ピークの合間に手を止めて、毎回同じ質問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来ない・合わない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ドタキャンの待ちぼうけ、体入してから合わないと気づく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この時間は、売上を作る時間でも、スタッフを育てる時間でもありません。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たとえば、月に応募が10人のお店では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日程調整（1人15分）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600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対面の面接（1人30分）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300分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ドタキャンで空けた時間（3人×30分）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400800" cy="914400"/>
          </a:xfrm>
          <a:prstGeom prst="roundRect">
            <a:avLst>
              <a:gd name="adj" fmla="val 15000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97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297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約9時間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406640" y="1600200"/>
            <a:ext cx="4206240" cy="361188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26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ポスポスなら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377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URLを送る：1人1秒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お店が見る録画：1人1分ほど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日程調整・待ちぼうけ：なし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114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月10分ほど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説明のための架空の例です（応募10人・ドタキャン3人の場合）。応募者が答える時間（選ぶ1分＋話す1分ほど）は、お店の時間には入りません。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夜のお店なら、体入費のむだも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体入の時給 3,000円 × 4時間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12,000円／人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合わなかった体入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5603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月に5人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6400800" cy="1097280"/>
          </a:xfrm>
          <a:prstGeom prst="roundRect">
            <a:avLst>
              <a:gd name="adj" fmla="val 12500"/>
            </a:avLst>
          </a:prstGeom>
          <a:solidFill>
            <a:srgbClr val="3A1F6B"/>
          </a:solidFill>
          <a:ln w="12700">
            <a:solidFill>
              <a:srgbClr val="3A1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57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1か月に出ていく体入費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60,000円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406640" y="164592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266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体入の前にAI面接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42316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出勤できる日・時間をボタンで、話している姿を1分の録画で、体入の前に確認。体入してもらう人をしぼれるので、合わない人の体入費が減ります。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説明のための架空の例です。体入の条件はお店ごとに違います。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解決：ポスポスのAI面接（世界初※）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0936" y="1545336"/>
            <a:ext cx="2487168" cy="374904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cho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377440" cy="36393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36976" y="1545336"/>
            <a:ext cx="2377440" cy="37490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talk-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00200"/>
            <a:ext cx="2267712" cy="36393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43016" y="1773936"/>
            <a:ext cx="5779008" cy="3502152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8" name="Image 2" descr="/tmp/claude-0/-home-user-GACHICAREERAI/b3a26714-2895-56f0-b4c8-705422406677/scratchpad/deck/pos-ai-result-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828800"/>
            <a:ext cx="5669280" cy="33924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8580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 → 話す → 届く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お店の手間は、ここまで減ります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お店が見るのは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1分の録画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届いた録画と選んだ答えを見て決めるだけ。対面の面接はいりません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受け終わると、録画・写真・選んだ答えの一覧・話し方の雰囲気のまとめが届きます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応募者は、ボタンで選ぶのに1分ほど・AIと話すのが1分ほど。AIは合否を決めません。採用はお店が決めます。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いまのやり方と、ポスポス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4572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いまのやり方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ポスポス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7D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応募への返事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営業のあとに折り返し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URLを1秒で送る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面接の日程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電話で何度もやりとり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いらない（応募者の都合で受ける）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一次面接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対面で30分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選ぶ質問＋1分の録画。お店は見るだけ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ドタキャン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待ちぼうけ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受けた人の結果だけ届く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比べ方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面接する人でばらつく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全員同じボタンの答えと録画で比べる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しかも、お店がほしい人か会う前にわかる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682496"/>
            <a:ext cx="5230368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2064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条件が一覧でわかる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出勤日数・曜日・時間帯・勤務開始・通勤・経験を、全員が同じボタンで答えます。選んだ答えが一覧で届きます。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お店の質問も聞ける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お店から聞きたいことを3つまで。AIの面接官が会話の中で聞きます。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話している姿が見える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自己紹介とやってみたい理由を話す姿の録画と顔の写真。雰囲気・話し方・表情がわかります。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AIは合否を決めません。見た目についてもAIは何も言いません。録画と写真を見て、お店が決めます。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そして、レジ・給料・シフトもひとつに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QR注文・厨房の画面・券売機・Square。夜はセット・延長・指名・付け回し・売掛まで。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お金・日報・顧客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利益・原価率・日報、顧客カルテ・ポイント・ボトル。会計ソフト用のCSVにも。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採用から給料まで、同じアプリで。いくつものアプリに同じことを入れる手間もなくなります。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AI面接は、スタンダードの料金にふくまれています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 昼33,000円／夜40,000円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いま始めると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ずっとキャンペーン価格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キャンペーン期間中のお申し込みは、契約が続くかぎりキャンペーン価格のまま（予告なく終了する場合があります）。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カードを登録しなければ、お試しのあと勝手に請求されることはありません。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初期費用0円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ホームページからのお申し込みは、商品・写真・スタッフの登録代行も無料。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AI面接は追加料金なし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スタンダードプランなら、次の応募からすぐAI面接を使えます。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まず1か月、次の応募者にURLを送ってみませんか？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今日、お申し込み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お電話かフォームから。お店の種類と店舗数だけでOK。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登録はおまかせ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次の応募でAI面接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URLを1秒で送って、届いた結果を見てみてください。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ご提案資料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2026-10-25T10:05:31Z</dcterms:created>
  <dcterms:modified xsi:type="dcterms:W3CDTF">2026-10-25T10:05:31Z</dcterms:modified>
</cp:coreProperties>
</file>