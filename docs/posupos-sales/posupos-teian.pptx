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あいさつ。今日は「採用にかかっている時間とお金」と、それをレジと一緒に減らす方法のお話です。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問いかけ。「先月、応募は何人ありましたか？」「1人の面接に、準備も入れて何分くらいかかっていますか？」と聞いて、相手の数字を書きとめる。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さっき聞いた相手の数字で計算しなおして見せると効く。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ここで実際の画面を見せる（デモ）。可能なら、その場で面接のURLを作ってLINEで送ってみせる。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クロージング。「まず1か月、次の応募者にURLを送ってみませんか？」と提案する。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ACHICAREERAI/b3a26714-2895-56f0-b4c8-705422406677/scratchpad/deck/posupos-lockup-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172200"/>
            <a:ext cx="1527048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pic>
        <p:nvPicPr>
          <p:cNvPr id="3" name="Image 0" descr="/tmp/claude-0/-home-user-GACHICAREERAI/b3a26714-2895-56f0-b4c8-705422406677/scratchpad/deck/posupos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6263640"/>
            <a:ext cx="1353312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GACHICAREERAI/b3a26714-2895-56f0-b4c8-705422406677/scratchpad/deck/posupos-logo-full-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3566160" cy="32552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0972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097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世界初※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240280" y="10972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面接を自動化した、POSシステム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面接の時間を、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お店の時間に。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86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応募が来たらURLを送るだけ。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AIが一次面接をして、お店の面接は30秒〜1分。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ご提案資料　2026年10月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62179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世界初：2026年10月 当社調べ。POSレジに、AIによる応募者の一次面接の機能を標準でつけたサービスとして。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店長の時間、面接に何時間使っていますか？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電話で日程調整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営業中に折り返し、空いている日を何度もやりとり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対面で30分の面接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ピークの合間に手を止めて、毎回同じ質問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874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来ない・合わない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00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ドタキャンの待ちぼうけ、体入してから合わないと気づく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この時間は、売上を作る時間でも、スタッフを育てる時間でもありません。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たとえば、月に応募が10人のお店では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400800" cy="731520"/>
          </a:xfrm>
          <a:prstGeom prst="roundRect">
            <a:avLst>
              <a:gd name="adj" fmla="val 1875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日程調整（1人15分）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400800" cy="731520"/>
          </a:xfrm>
          <a:prstGeom prst="roundRect">
            <a:avLst>
              <a:gd name="adj" fmla="val 1875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対面の面接（1人30分）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300分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6400800" cy="731520"/>
          </a:xfrm>
          <a:prstGeom prst="roundRect">
            <a:avLst>
              <a:gd name="adj" fmla="val 18750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37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ドタキャンで空けた時間（3人×30分）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90分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400800" cy="914400"/>
          </a:xfrm>
          <a:prstGeom prst="roundRect">
            <a:avLst>
              <a:gd name="adj" fmla="val 15000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297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1か月に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297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約9時間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7406640" y="1600200"/>
            <a:ext cx="420624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266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ポスポスなら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23774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URLを送る：1人1秒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お店の面接：1人30秒〜1分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日程調整・待ちぼうけ：なし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114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月10分ほど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説明のための架空の例です（応募10人・ドタキャン3人の場合）。応募者がAIと話す時間（10〜15分）は、お店の時間には入りません。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夜のお店なら、体入費のむだも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6400800" cy="777240"/>
          </a:xfrm>
          <a:prstGeom prst="roundRect">
            <a:avLst>
              <a:gd name="adj" fmla="val 1764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体入の時給 3,000円 × 4時間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645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12,000円／人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6400800" cy="777240"/>
          </a:xfrm>
          <a:prstGeom prst="roundRect">
            <a:avLst>
              <a:gd name="adj" fmla="val 17647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合わなかった体入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560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月に5人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6400800" cy="1097280"/>
          </a:xfrm>
          <a:prstGeom prst="roundRect">
            <a:avLst>
              <a:gd name="adj" fmla="val 12500"/>
            </a:avLst>
          </a:prstGeom>
          <a:solidFill>
            <a:srgbClr val="3A1F6B"/>
          </a:solidFill>
          <a:ln w="12700">
            <a:solidFill>
              <a:srgbClr val="3A1F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1か月に出ていく体入費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657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60,000円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7406640" y="1645920"/>
            <a:ext cx="420624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2668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F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体入の前にAI面接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42316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入れる日・時間、話し方、雰囲気を体入の前に確認。体入してもらう人をしぼれるので、合わない人の体入費が減ります。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説明のための架空の例です。体入の条件はお店ごとに違います。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解決：ポスポスのAI面接（世界初※）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496" y="1453896"/>
            <a:ext cx="5047488" cy="4178808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pos-ai-interview-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493776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0176" y="1453896"/>
            <a:ext cx="5641848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6" name="Image 1" descr="/tmp/claude-0/-home-user-GACHICAREERAI/b3a26714-2895-56f0-b4c8-705422406677/scratchpad/deck/pos-ai-result-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532120" cy="3840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画面は見本です（お店・応募者は架空）。※ 世界初：2026年10月 当社調べ。POSレジに、AIによる応募者の一次面接の機能を標準でつけたサービスとして。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お店の手間は、ここまで減ります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お店の面接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30秒〜1分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届いたまとめ・録画・会話を見て決めるだけ。対面の面接はいりません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98064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26664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URLを送る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1秒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026664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ボタンを押すとLINEが開き、送る文もアプリが作ります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47488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76088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6088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自動で届く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受け終わると、まとめ・入れる日と時間・写真・録画・会話が届きます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96912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5512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25512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日程調整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79792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いらない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面接の日を決めるやりとりがなくなります。応募者もお店に来なくてOK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46336" y="1508760"/>
            <a:ext cx="2066544" cy="4206240"/>
          </a:xfrm>
          <a:prstGeom prst="roundRect">
            <a:avLst>
              <a:gd name="adj" fmla="val 6637"/>
            </a:avLst>
          </a:prstGeom>
          <a:solidFill>
            <a:srgbClr val="0E1F4D"/>
          </a:solidFill>
          <a:ln w="12700">
            <a:solidFill>
              <a:srgbClr val="0E1F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74936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A3F80"/>
          </a:solidFill>
          <a:ln w="12700">
            <a:solidFill>
              <a:srgbClr val="2A3F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74936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体入費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729216" y="23774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節約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9774936" y="370332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体入の前に会う人をしぼれるので、合わない人の体入費が減ります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応募者がAIと話す時間は10〜15分です。AIは合否を決めません。採用はお店が決めます。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いまのやり方と、ポスポス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931920"/>
                <a:gridCol w="4572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58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いまのやり方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ポスポス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7D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3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応募への返事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8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営業のあとに折り返し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7D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URLを1秒で送る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3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面接の日程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8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電話で何度もやりとり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7D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いらない（応募者の都合で受ける）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3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一次面接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8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対面で30分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7D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AIが受け持つ。お店は30秒〜1分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3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ドタキャン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8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待ちぼうけ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7D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受けた人の結果だけ届く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234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比べ方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8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面接する人でばらつく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7D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全員に同じ質問・録画と会話で比べる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しかも、お店がほしい人か会う前にわかる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91656" y="1499616"/>
            <a:ext cx="5230368" cy="3675888"/>
          </a:xfrm>
          <a:prstGeom prst="roundRect">
            <a:avLst>
              <a:gd name="adj" fmla="val 248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27000" dist="50800" dir="5400000">
              <a:srgbClr val="13234A">
                <a:alpha val="15000"/>
              </a:srgbClr>
            </a:outerShdw>
          </a:effectLst>
        </p:spPr>
      </p:sp>
      <p:pic>
        <p:nvPicPr>
          <p:cNvPr id="4" name="Image 0" descr="/tmp/claude-0/-home-user-GACHICAREERAI/b3a26714-2895-56f0-b4c8-705422406677/scratchpad/deck/pos-ai-result-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54480"/>
            <a:ext cx="51206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190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お店の基準で聞ける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ほしい人の条件に合わせた質問を10個まで足せます。「いつもの質問」に保存すれば毎回そのまま。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54864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22783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全員に同じ質問で、比べやすい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職種の質問のあとに、お店の質問を全部聞きます。面接する人による聞きもれがありません。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480560"/>
            <a:ext cx="5486400" cy="1325880"/>
          </a:xfrm>
          <a:prstGeom prst="roundRect">
            <a:avLst>
              <a:gd name="adj" fmla="val 10345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736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答え方と雰囲気まで見える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303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入れる日と時間・気になった点のまとめ、写真・はじめの1分の録画・会話の全部。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5257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画面は見本です（お店・応募者は架空）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AIは合否を決めません。届いた内容を見て、会うかどうか・採用するかどうかはお店が決めます。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そして、レジ・給料・シフトもひとつに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0520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64792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64792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注文・会計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02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QR注文・厨房の画面・券売機・Square。夜はセット・延長・指名・付け回し・売掛まで。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08760"/>
            <a:ext cx="350520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2480" y="1764792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24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96840" y="1764792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打刻・シフト・給料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02480" y="2331720"/>
            <a:ext cx="3002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ICカードで打刻。深夜時給・交通費・前借り、夜はバック・歩合・源泉徴収まで自動で計算。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7680" y="1508760"/>
            <a:ext cx="350520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2000" y="1764792"/>
            <a:ext cx="457200" cy="457200"/>
          </a:xfrm>
          <a:prstGeom prst="ellipse">
            <a:avLst/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200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764792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お金・日報・顧客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2331720"/>
            <a:ext cx="3002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利益・原価率・日報、顧客カルテ・ポイント・ボトル。会計ソフト用のCSVにも。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採用から給料まで、同じアプリで。いくつものアプリに同じことを入れる手間もなくなります。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AI面接は、スタンダードの料金にふくまれています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ライトプラン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お会計と売上を、まず楽に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 </a:t>
            </a:r>
            <a:pPr indent="0" marL="0">
              <a:buNone/>
            </a:pPr>
            <a:r>
              <a:rPr lang="en-US" sz="24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11,000円</a:t>
            </a:r>
            <a:pPr indent="0" marL="0">
              <a:buNone/>
            </a:pPr>
            <a:r>
              <a:rPr lang="en-US" sz="11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（税込）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注文・会計・伝票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QR注文・厨房の画面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ポイント・会員証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Square・レシート印刷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31750">
            <a:solidFill>
              <a:srgbClr val="1557D6"/>
            </a:solidFill>
            <a:prstDash val="solid"/>
          </a:ln>
          <a:effectLst>
            <a:outerShdw sx="100000" sy="100000" kx="0" ky="0" algn="bl" rotWithShape="0" blurRad="152400" dist="50800" dir="5400000">
              <a:srgbClr val="1557D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2344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557D6"/>
          </a:solidFill>
          <a:ln w="12700">
            <a:solidFill>
              <a:srgbClr val="155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キャンペーン価格・おすすめ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スタンダードプラン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お店の運営を、まるごと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月額（税込）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 22,000円</a:t>
            </a:r>
            <a:endParaRPr lang="en-US" sz="1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夜 33,000円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3429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 昼33,000円／夜40,000円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ライトの機能すべて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打刻・シフト・給料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顧客・クーポン・お金・日報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AI面接（追加料金なし）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01584" y="1417320"/>
            <a:ext cx="3520440" cy="4343400"/>
          </a:xfrm>
          <a:prstGeom prst="roundRect">
            <a:avLst>
              <a:gd name="adj" fmla="val 3896"/>
            </a:avLst>
          </a:prstGeom>
          <a:solidFill>
            <a:srgbClr val="F2F6FD"/>
          </a:solidFill>
          <a:ln w="12700">
            <a:solidFill>
              <a:srgbClr val="F2F6F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5904" y="1737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個別プラン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194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お店のやり方に合わせて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 </a:t>
            </a:r>
            <a:pPr indent="0" marL="0">
              <a:buNone/>
            </a:pPr>
            <a:r>
              <a:rPr lang="en-US" sz="24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55,000円〜</a:t>
            </a:r>
            <a:pPr indent="0" marL="0">
              <a:buNone/>
            </a:pPr>
            <a:r>
              <a:rPr lang="en-US" sz="11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（税込）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75904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ライト＋スタンダードの機能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お店独自の給料の計算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データの取り込み・帳票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AI面接（追加料金なし）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62727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料金は1店舗ごと・初期費用0円・1か月無料。キャンペーン期間中のお申し込みは、契約が続くかぎりキャンペーン価格のまま（予告なく終了する場合があります）。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いま始めると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647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ずっとキャンペーン価格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キャンペーン期間中のお申し込みは、契約が続くかぎりキャンペーン価格のまま（予告なく終了する場合があります）。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647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1か月無料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317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カードを登録しなければ、お試しのあと勝手に請求されることはありません。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0050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初期費用0円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ホームページからのお申し込みは、商品・写真・スタッフの登録代行も無料。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3234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40050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AI面接は追加料金なし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572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スタンダードプランなら、次の応募からすぐAI面接を使えます。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7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まず1か月、次の応募者にURLを送ってみませんか？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F66"/>
          </a:solidFill>
          <a:ln w="12700">
            <a:solidFill>
              <a:srgbClr val="2E4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377440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今日、お申し込み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17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お電話かフォームから。お店の種類と店舗数だけでOK。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F66"/>
          </a:solidFill>
          <a:ln w="12700">
            <a:solidFill>
              <a:srgbClr val="2E4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377440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登録はおまかせ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17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ホームページからのお申し込みは登録代行が無料。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F66"/>
          </a:solidFill>
          <a:ln w="12700">
            <a:solidFill>
              <a:srgbClr val="2E4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377440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次の応募でAI面接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175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6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URLを1秒で送って、届いた結果を見てみてください。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57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お問い合わせ・無料お試しのお申し込み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074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2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TEL 080-2420-4900（年中無休・24時間受付）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486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akitogroup.jp/posupos　／　info@akitogroup.jp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合同会社AKITOグループ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4A58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東京都豊島区東池袋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POS">
  <a:themeElements>
    <a:clrScheme name="POSPOS">
      <a:dk1>
        <a:srgbClr val="13234A"/>
      </a:dk1>
      <a:lt1>
        <a:srgbClr val="FFFFFF"/>
      </a:lt1>
      <a:dk2>
        <a:srgbClr val="0E1F4D"/>
      </a:dk2>
      <a:lt2>
        <a:srgbClr val="F2F6FD"/>
      </a:lt2>
      <a:accent1>
        <a:srgbClr val="1557D6"/>
      </a:accent1>
      <a:accent2>
        <a:srgbClr val="FFB547"/>
      </a:accent2>
      <a:accent3>
        <a:srgbClr val="E5484D"/>
      </a:accent3>
      <a:accent4>
        <a:srgbClr val="22A06B"/>
      </a:accent4>
      <a:accent5>
        <a:srgbClr val="288DFD"/>
      </a:accent5>
      <a:accent6>
        <a:srgbClr val="7A3FB0"/>
      </a:accent6>
      <a:hlink>
        <a:srgbClr val="1557D6"/>
      </a:hlink>
      <a:folHlink>
        <a:srgbClr val="7A3FB0"/>
      </a:folHlink>
    </a:clrScheme>
    <a:fontScheme name="POSPOS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合同会社AKITOグループ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ポスポス ご提案資料</dc:title>
  <dc:subject>PptxGenJS Presentation</dc:subject>
  <dc:creator>合同会社AKITOグループ</dc:creator>
  <cp:lastModifiedBy>合同会社AKITOグループ</cp:lastModifiedBy>
  <cp:revision>1</cp:revision>
  <dcterms:created xsi:type="dcterms:W3CDTF">2026-10-25T08:31:54Z</dcterms:created>
  <dcterms:modified xsi:type="dcterms:W3CDTF">2026-10-25T08:31:54Z</dcterms:modified>
</cp:coreProperties>
</file>